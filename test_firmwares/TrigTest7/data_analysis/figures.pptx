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58"/>
  </p:normalViewPr>
  <p:slideViewPr>
    <p:cSldViewPr snapToGrid="0">
      <p:cViewPr varScale="1">
        <p:scale>
          <a:sx n="86" d="100"/>
          <a:sy n="86" d="100"/>
        </p:scale>
        <p:origin x="22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9962F-B8DA-7AD2-C4A6-F18073157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FEFCD-2B91-595C-F1B6-DA67E3981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3ADBB-C141-A9A5-38C6-1453BC4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B171C-481D-3EDF-3926-0DD02972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87007-6716-8C3F-64DB-5C1A7958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7F15-E330-4EC6-836E-290FA17D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F4246-91E1-3EF2-4FA1-7C0058E67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7F2F-38D4-0281-E5A7-E75D6A12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ECB08-CE47-E802-5A4A-1FE105C39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2EDC9-0EA7-8C42-D30B-7A0B73AD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2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4596-BDFA-F87F-2242-1622AAAEE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4FDB8-8385-5F14-80E8-AE34E44F7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159E4-C2BD-EEBC-44F5-02162EBB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6EB59-43D5-75ED-1013-B2DC03B1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90FF-37B9-50DE-E8DD-3CCB6012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7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4885-2044-9A87-0309-12720D703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4FD3D-747D-1B95-1044-810639051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B2D9F-FB21-F579-41B5-685168F54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E3F95-9E61-466B-E3E2-3BB3C2EA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5D77F-B9AB-276C-6E5F-579D7152C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7A637-6013-9B4D-FAE2-AC4DBE5A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D016-07BB-590B-2B60-F1662703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B3B30-410D-B020-0A12-FA9FE4AE1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6D3DB-787C-EB60-DA0E-9521586AD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E9552-A878-E694-21C3-693BDE825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8E065-D296-BB60-DC8C-01D7A2F3E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DC1CF2-234C-25DF-C4EA-FF56EC90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8E597-37A2-98BA-F9C3-066424163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E7497A-2860-8FFF-E353-93CA8F83A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82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EA2B-CE7C-9771-8D57-CE25AA71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14594-6791-7D22-EFD7-0A90A47C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D9628-6A08-2687-7CBF-9811C9DC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80E1E-DF81-37B6-8F0C-09104084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0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AB38C-DBF1-969B-F152-37D5D5F86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EC5357-43D4-2798-35ED-1209ADCE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35BA8-92FC-5142-7806-A6901BFB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1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92B3-C015-11EF-545A-0D972966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D54EF-527C-209F-F2B4-C5A44909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2FF1F-42D7-C06F-7234-4ECD6581A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63A55-DE3B-B615-7490-1A79B8E91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B1B54-455A-9256-9E88-2E9A6BF23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502D4-6E7D-4428-0BED-CE1EBFDC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3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5DC3-FB52-1FFC-026D-122C5F47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4858B-28FB-4931-41A5-82B872947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2E9CF-97CE-40F6-F7BF-5F36C6048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4B418-2712-DD70-8EDE-30E4BA1A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8D3BE-E64C-02F8-13F5-2D24ECA4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A6549-0C6B-F712-63EB-20204512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67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1908-447C-9E14-EBE0-1A1F6CA2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37688-C423-EDF3-F9B6-3E6D7CA1A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72F61-9642-725A-00BE-542F2C5A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4FD7E-2A3C-3E96-67DF-46C28E6B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796B5-B185-35C7-09F7-E0523549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2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FFAC2-F52A-90F7-A8BD-F9F5E1C800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0BD4E-BD08-C8C2-6025-320096D59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3F9E1-7654-A646-CB88-E21C5172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DBE9A-ABD4-3221-B58C-018A1B10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69E0-7E51-661A-B954-96A655BC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7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F671B2-C866-5350-B583-A44C753C9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380DC-A4BC-4691-CE94-B812BD36F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89951-B1FC-120A-8F0C-9DD74DCCB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4DEEE-412E-604C-83FF-7F62A4463922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E297C-102C-BAC6-50AA-E7DC2B06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BE79-45A7-5681-C124-3DEBA8F77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6621D-6D89-FB46-93A6-56E4D099C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0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B0AD10BF-F73E-8378-F50B-34C86FBF4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98" y="1141340"/>
            <a:ext cx="4667934" cy="31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2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0D34ABEB-755B-9A72-8AEB-AEF338358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80" y="494414"/>
            <a:ext cx="4961380" cy="341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2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normal distribution&#10;&#10;AI-generated content may be incorrect.">
            <a:extLst>
              <a:ext uri="{FF2B5EF4-FFF2-40B4-BE49-F238E27FC236}">
                <a16:creationId xmlns:a16="http://schemas.microsoft.com/office/drawing/2014/main" id="{15667D41-0727-AAD3-42F2-B1FBC123E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09" y="486975"/>
            <a:ext cx="4563229" cy="383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7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Villano, Anthony N</dc:creator>
  <cp:lastModifiedBy>Villano, Anthony N</cp:lastModifiedBy>
  <cp:revision>5</cp:revision>
  <dcterms:created xsi:type="dcterms:W3CDTF">2026-02-13T18:45:27Z</dcterms:created>
  <dcterms:modified xsi:type="dcterms:W3CDTF">2026-03-10T22:32:28Z</dcterms:modified>
</cp:coreProperties>
</file>